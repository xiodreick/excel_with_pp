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7"/>
  </p:handout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B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2838BEF-8BB2-4498-84A7-C5851F593DF1}" styleName="Estilo medio 4 - Énfasis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7" d="100"/>
          <a:sy n="57" d="100"/>
        </p:scale>
        <p:origin x="215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CAE803A8-661C-4209-9DA2-941E4D48EF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B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DA5DD15-4FC8-4766-85B4-2F480DB2D22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31E26A-A770-4C30-967A-45E589574EA5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5BEF8FE-09F5-4BDF-9D11-16B06BE254C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B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B121BA-3DB2-40B9-B001-25FF4F6C13B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F869EF-9544-49D2-B6E5-CEA1885D3623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4081262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650DFA-26E6-4F79-AD75-2AC7109F7D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CF6DC9-B4DB-42F1-9E84-A7CAAD15D1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0C54DBE-63BF-444E-B64F-F3C30C258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395997-8786-47A6-A6FF-7012934E3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9ECC9E-A67C-47F7-9ADD-7FFDE7CCD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555601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676A72-ABC4-45D8-BC98-7AAFD2715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E5F2DFC-4339-468E-98E0-0AB794FAA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9F049B-7DDB-4A68-B54A-0C3A7482F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53837D-BE4B-4545-99ED-D74557A14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C510FE-E83A-4816-8A4A-D5D0D06E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4021288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27753D-F627-490C-94E7-6A3206CBD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A8A9BAA-16FD-458F-AADC-7931042B4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2028B72-DFA7-4F42-83CC-7FE8CC4A1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AA97E0-C129-4317-9BE5-19E45D717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B210B5-DB8D-45E9-A6CA-7E9C68AD2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351787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051706-6D40-4A24-B38A-717912B21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3F6143-6632-48BF-BE20-629DD496C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945366A-D314-4BAA-8BAF-8BA3CC843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62FF0D0-4849-45BA-A267-953E16F3C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DE93560-4490-42DC-A4C8-B46849EA9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C9B99E-C12D-4BEF-B48F-BEDC588D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12230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0706A3-E0C1-4F24-B919-717EE495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9DC387-ABE9-4061-8E47-1EF1785FE3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589BB15-C7A4-43F7-915C-5F586420E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9F487DC-3AC2-4C7D-AFCD-B44D4B8AF4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0E94D21-4B5C-4DBA-BEF2-784790B764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D4BB2E2-3A03-40B7-B41F-00A15E633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A23A228-FF42-46D4-8216-996AE3946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21B2326-253F-405F-B3ED-FE717EFC2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992317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968A57-99D1-490B-8DF5-A8D84A601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0A2BAB6-1DAA-4181-B493-CADA3EE5A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76380F5-DD74-4DCE-BC94-C949369DE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11CD45C-0B5B-4680-8504-B9466D10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1461257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0D91A1A-16B7-4E96-8E51-CFDD00C91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FD7514C-8746-4BE3-976D-3AD517021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EE4CAA4-8D66-437D-B204-0E5C46B89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100012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AAFF1D-D4A4-4151-B64F-937A92BBC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6B68E0-A23F-4E17-BF97-ED04F96BF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C936FEA-7D96-4EAC-9644-177924FE9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3EB874F-6F87-4731-911E-BEA677F32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CB5D5B9-3CDB-4A20-BAE9-9472BD077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F3B7EEA-1C7D-4754-9BC9-BE8C76699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3536342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DCFBC9-E5D4-4BA3-BE0B-67CB79666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64D2077-AE5F-4304-A904-967180FA85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B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5264943-62BC-41DC-8F03-9ED6FB52E0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29787F6-FE05-44EB-AB3D-B17250D6A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C58131D-B839-43C9-BB3F-34E1C6A89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4E9F59F-2261-4807-8F6F-6FB01A071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88640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6644C2-54B2-40B3-B155-729CF97E6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512D2AA-E3EA-46AF-942C-68266D545D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5F7FDD-B4E5-48A6-AEAD-90C8F564C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EF325B3-4569-44E4-AA0C-877F429D2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224DED-C70E-452C-97F0-C9D535539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786046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8C80477-F107-484C-8B10-6A2A4AD44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E679A2B-70E0-41FE-8377-275A271AA8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126554-B7C4-454E-9998-63A84C48D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716104-7106-48F1-8B68-EA4F8E785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48BA1E8-4C9E-4305-B455-CDB2AE40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3160178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7C8D65B-D386-48A8-9206-F868CE7BA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9A9D70-7D4F-4D0A-8AB2-3F85A7F16B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7FFDC84-D71D-436A-B966-3D70CC39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30C2E1-33D6-40E1-80A6-0C7BC2346BD4}" type="datetimeFigureOut">
              <a:rPr lang="es-BO" smtClean="0"/>
              <a:t>1/6/2026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DC766A0-6629-4A09-A43C-FF6B440D5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6F949C-B3F0-4021-8757-6AAF9D78BF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302F1C-750C-4CC0-BD62-0C064DD2F842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884447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B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evin\OneDrive\Desktop\ofimatica\Libro1.xlsx!Hoja1!F6C6:F16C7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evin\OneDrive\Desktop\ofimatica\Libro_funcion_Y_.xlsx!Hoja1!F5C5:F11C8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2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Libro1!Hoja1!F5C6:F15C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CEE568-2836-43BC-A3F6-32280E2BD0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TECH-SOLUTIONS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C746470-52D7-4808-A2CC-9D591EA8F6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Auditoria Informática y Automatización de Datos</a:t>
            </a:r>
          </a:p>
          <a:p>
            <a:endParaRPr lang="es-MX" dirty="0">
              <a:solidFill>
                <a:schemeClr val="bg1"/>
              </a:solidFill>
            </a:endParaRPr>
          </a:p>
          <a:p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Control Presupuestario Con </a:t>
            </a:r>
            <a:r>
              <a:rPr lang="es-MX" dirty="0" err="1">
                <a:solidFill>
                  <a:schemeClr val="bg1"/>
                </a:solidFill>
                <a:highlight>
                  <a:srgbClr val="00FF00"/>
                </a:highlight>
              </a:rPr>
              <a:t>Logica</a:t>
            </a:r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 Condicional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425537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F5DB1E-C685-4C0D-B673-787E14293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Auditoria De Gastos Operativos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08BCEE-166C-43A0-9266-B87CFA9FB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Breve descripción: Evaluación  automática de la necesidad del software adquirido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  <p:graphicFrame>
        <p:nvGraphicFramePr>
          <p:cNvPr id="6" name="Objeto 5">
            <a:extLst>
              <a:ext uri="{FF2B5EF4-FFF2-40B4-BE49-F238E27FC236}">
                <a16:creationId xmlns:a16="http://schemas.microsoft.com/office/drawing/2014/main" id="{C09CCC56-7EB7-4D6B-BA34-F5A393CEBB3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2055590"/>
              </p:ext>
            </p:extLst>
          </p:nvPr>
        </p:nvGraphicFramePr>
        <p:xfrm>
          <a:off x="4825917" y="3008563"/>
          <a:ext cx="1609725" cy="210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Worksheet" r:id="rId3" imgW="1609898" imgH="2105198" progId="Excel.Sheet.12">
                  <p:link updateAutomatic="1"/>
                </p:oleObj>
              </mc:Choice>
              <mc:Fallback>
                <p:oleObj name="Worksheet" r:id="rId3" imgW="1609898" imgH="2105198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825917" y="3008563"/>
                        <a:ext cx="1609725" cy="2105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2217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B3DECD-0AC6-4114-BB9E-1A4698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Matrices De Decisión Lógica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212EBE7-89D2-4489-A0AA-7E9A91F77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Filtros avanzados para la optimización de recursos e imprevistos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5294320-4883-498D-AC2A-850742E7135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8280837"/>
              </p:ext>
            </p:extLst>
          </p:nvPr>
        </p:nvGraphicFramePr>
        <p:xfrm>
          <a:off x="3527509" y="3052679"/>
          <a:ext cx="4238625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1" name="Worksheet" r:id="rId3" imgW="4238798" imgH="1343198" progId="Excel.Sheet.12">
                  <p:link updateAutomatic="1"/>
                </p:oleObj>
              </mc:Choice>
              <mc:Fallback>
                <p:oleObj name="Worksheet" r:id="rId3" imgW="4238798" imgH="1343198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527509" y="3052679"/>
                        <a:ext cx="4238625" cy="1343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364417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C86F0-598C-46E0-A19D-E7E6BAA65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Resumen De Inversión Por Categoría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3F8ADB-2490-42F7-ADDB-45590D278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Monitoreo dinámico del capital tecnológico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F39FDD4A-6202-40C7-844F-731682FD4A1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58006723"/>
              </p:ext>
            </p:extLst>
          </p:nvPr>
        </p:nvGraphicFramePr>
        <p:xfrm>
          <a:off x="4235367" y="3128879"/>
          <a:ext cx="3095625" cy="210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5" name="Worksheet" r:id="rId3" imgW="3095798" imgH="2105198" progId="Excel.Sheet.12">
                  <p:link updateAutomatic="1"/>
                </p:oleObj>
              </mc:Choice>
              <mc:Fallback>
                <p:oleObj name="Worksheet" r:id="rId3" imgW="3095798" imgH="2105198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235367" y="3128879"/>
                        <a:ext cx="3095625" cy="2105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39346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29B3CD-E7FC-41B0-BF7B-9343E1172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Control De Datos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2794AA-2DC0-488C-A059-9647B9C26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  <a:highlight>
                  <a:srgbClr val="00FF00"/>
                </a:highlight>
              </a:rPr>
              <a:t>Escanea el código QR para acceder al repositorio del proyecto</a:t>
            </a:r>
            <a:endParaRPr lang="es-BO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4700386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rminal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A1FA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63</Words>
  <Application>Microsoft Office PowerPoint</Application>
  <PresentationFormat>Panorámica</PresentationFormat>
  <Paragraphs>12</Paragraphs>
  <Slides>5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Vínculos</vt:lpstr>
      </vt:variant>
      <vt:variant>
        <vt:i4>3</vt:i4>
      </vt:variant>
      <vt:variant>
        <vt:lpstr>Títulos de diapositiva</vt:lpstr>
      </vt:variant>
      <vt:variant>
        <vt:i4>5</vt:i4>
      </vt:variant>
    </vt:vector>
  </HeadingPairs>
  <TitlesOfParts>
    <vt:vector size="12" baseType="lpstr">
      <vt:lpstr>Arial</vt:lpstr>
      <vt:lpstr>Calibri</vt:lpstr>
      <vt:lpstr>Calibri Light</vt:lpstr>
      <vt:lpstr>Tema de Office</vt:lpstr>
      <vt:lpstr>C:\Users\Kevin\OneDrive\Desktop\ofimatica\Libro_funcion_Y_.xlsx!Hoja1!F5C5:F11C8</vt:lpstr>
      <vt:lpstr>C:\Users\Kevin\OneDrive\Desktop\ofimatica\Libro1.xlsx!Hoja1!F6C6:F16C7</vt:lpstr>
      <vt:lpstr>Libro1!Hoja1!F5C6:F15C9</vt:lpstr>
      <vt:lpstr>TECH-SOLUTIONS</vt:lpstr>
      <vt:lpstr>Auditoria De Gastos Operativos</vt:lpstr>
      <vt:lpstr>Matrices De Decisión Lógica</vt:lpstr>
      <vt:lpstr>Resumen De Inversión Por Categoría</vt:lpstr>
      <vt:lpstr>Control De Datos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jonathan sahonero</dc:creator>
  <cp:lastModifiedBy>jonathan sahonero</cp:lastModifiedBy>
  <cp:revision>8</cp:revision>
  <dcterms:created xsi:type="dcterms:W3CDTF">2026-06-02T01:57:40Z</dcterms:created>
  <dcterms:modified xsi:type="dcterms:W3CDTF">2026-06-02T03:07:12Z</dcterms:modified>
</cp:coreProperties>
</file>