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8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15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1E26A-A770-4C30-967A-45E589574EA5}" type="datetimeFigureOut">
              <a:rPr lang="es-BO" smtClean="0"/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869EF-9544-49D2-B6E5-CEA1885D3623}" type="slidenum">
              <a:rPr lang="es-BO" smtClean="0"/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0C2E1-33D6-40E1-80A6-0C7BC2346BD4}" type="datetimeFigureOut">
              <a:rPr lang="es-BO" smtClean="0"/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02F1C-750C-4CC0-BD62-0C064DD2F842}" type="slidenum">
              <a:rPr lang="es-BO" smtClean="0"/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emf"/><Relationship Id="rId1" Type="http://schemas.openxmlformats.org/officeDocument/2006/relationships/oleObject" Target="file:///C:\Users\Kevin\OneDrive\Desktop\ofimatica\Libro1.xlsx!Hoja1!F6C6:F16C7" TargetMode="Externa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file:///C:\Users\Kevin\OneDrive\Desktop\ofimatica\Libro_funcion_Y_.xlsx!Hoja1!F5C5:F11C8" TargetMode="Externa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Libro1!Hoja1!F5C6:F15C9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TECH-SOLUTIONS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Auditoria Informática y Automatización de Datos</a:t>
            </a:r>
            <a:endParaRPr lang="es-MX" dirty="0">
              <a:solidFill>
                <a:schemeClr val="bg1"/>
              </a:solidFill>
              <a:highlight>
                <a:srgbClr val="00FF00"/>
              </a:highlight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Control Presupuestario Con </a:t>
            </a:r>
            <a:r>
              <a:rPr lang="es-MX" dirty="0" err="1">
                <a:solidFill>
                  <a:schemeClr val="bg1"/>
                </a:solidFill>
                <a:highlight>
                  <a:srgbClr val="00FF00"/>
                </a:highlight>
              </a:rPr>
              <a:t>Logica</a:t>
            </a:r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 Condicional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Auditoria De Gastos Operativos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Breve descripción: Evaluación  automática de la necesidad del software adquirido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graphicFrame>
        <p:nvGraphicFramePr>
          <p:cNvPr id="6" name="Objeto 5"/>
          <p:cNvGraphicFramePr>
            <a:graphicFrameLocks noChangeAspect="1"/>
          </p:cNvGraphicFramePr>
          <p:nvPr/>
        </p:nvGraphicFramePr>
        <p:xfrm>
          <a:off x="4825917" y="3008563"/>
          <a:ext cx="160972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Worksheet" r:id="rId1" imgW="1689735" imgH="2206625" progId="Excel.Sheet.12">
                  <p:link updateAutomatic="1"/>
                </p:oleObj>
              </mc:Choice>
              <mc:Fallback>
                <p:oleObj name="Worksheet" r:id="rId1" imgW="1689735" imgH="2206625" progId="Excel.Sheet.12">
                  <p:link updateAutomatic="1"/>
                  <p:pic>
                    <p:nvPicPr>
                      <p:cNvPr id="0" name="Imagen 10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25917" y="3008563"/>
                        <a:ext cx="1609725" cy="210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Matrices De Decisión Lógica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Filtros avanzados para la optimización de recursos e imprevistos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3527509" y="3052679"/>
          <a:ext cx="4238625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1" imgW="4432935" imgH="1411605" progId="Excel.Sheet.12">
                  <p:link updateAutomatic="1"/>
                </p:oleObj>
              </mc:Choice>
              <mc:Fallback>
                <p:oleObj name="Worksheet" r:id="rId1" imgW="4432935" imgH="1411605" progId="Excel.Sheet.12">
                  <p:link updateAutomatic="1"/>
                  <p:pic>
                    <p:nvPicPr>
                      <p:cNvPr id="0" name="Imagen 20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27509" y="3052679"/>
                        <a:ext cx="4238625" cy="1343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Resumen De Inversión Por Categoría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Monitoreo dinámico del capital tecnológico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/>
        </p:nvGraphicFramePr>
        <p:xfrm>
          <a:off x="4235367" y="3128879"/>
          <a:ext cx="3095625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Worksheet" r:id="rId1" imgW="3240405" imgH="2206625" progId="Excel.Sheet.12">
                  <p:link updateAutomatic="1"/>
                </p:oleObj>
              </mc:Choice>
              <mc:Fallback>
                <p:oleObj name="Worksheet" r:id="rId1" imgW="3240405" imgH="2206625" progId="Excel.Sheet.12">
                  <p:link updateAutomatic="1"/>
                  <p:pic>
                    <p:nvPicPr>
                      <p:cNvPr id="0" name="Imagen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35367" y="3128879"/>
                        <a:ext cx="3095625" cy="2105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Control De Datos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1"/>
                </a:solidFill>
                <a:highlight>
                  <a:srgbClr val="00FF00"/>
                </a:highlight>
              </a:rPr>
              <a:t>Escanea el código QR para acceder al repositorio del proyecto</a:t>
            </a:r>
            <a:endParaRPr lang="es-BO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52893" y="2967156"/>
            <a:ext cx="1886213" cy="18862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rmina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A1F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WPS Presentation</Application>
  <PresentationFormat>Panorámica</PresentationFormat>
  <Paragraphs>22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Tema de Office</vt:lpstr>
      <vt:lpstr>TECH-SOLUTIONS</vt:lpstr>
      <vt:lpstr>Auditoria De Gastos Operativos</vt:lpstr>
      <vt:lpstr>Matrices De Decisión Lógica</vt:lpstr>
      <vt:lpstr>Resumen De Inversión Por Categoría</vt:lpstr>
      <vt:lpstr>Control De Datos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jonathan sahonero</dc:creator>
  <cp:lastModifiedBy>kevin anzieta</cp:lastModifiedBy>
  <cp:revision>10</cp:revision>
  <dcterms:created xsi:type="dcterms:W3CDTF">2026-06-02T01:57:00Z</dcterms:created>
  <dcterms:modified xsi:type="dcterms:W3CDTF">2026-06-02T03:18:06Z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56AD20570A324383A01760C52B4AC093_12</vt:lpwstr>
  </property>
  <property fmtid="{D5CDD505-2E9C-101B-9397-08002B2CF9AE}" pid="3" name="KSOProductBuildVer">
    <vt:lpwstr>2058-12.1.0.26880</vt:lpwstr>
  </property>
</Properties>
</file>